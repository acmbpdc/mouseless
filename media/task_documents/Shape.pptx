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375" r:id="rId2"/>
    <p:sldId id="3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88EB"/>
    <a:srgbClr val="7188D7"/>
    <a:srgbClr val="0E95D8"/>
    <a:srgbClr val="5D8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993" autoAdjust="0"/>
  </p:normalViewPr>
  <p:slideViewPr>
    <p:cSldViewPr snapToGrid="0" snapToObjects="1">
      <p:cViewPr varScale="1">
        <p:scale>
          <a:sx n="64" d="100"/>
          <a:sy n="64" d="100"/>
        </p:scale>
        <p:origin x="252" y="78"/>
      </p:cViewPr>
      <p:guideLst/>
    </p:cSldViewPr>
  </p:slideViewPr>
  <p:outlineViewPr>
    <p:cViewPr>
      <p:scale>
        <a:sx n="33" d="100"/>
        <a:sy n="33" d="100"/>
      </p:scale>
      <p:origin x="0" y="-44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6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noProof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56824-A55C-4F44-B9CB-109B027241D7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76" r:id="rId5"/>
    <p:sldLayoutId id="2147483675" r:id="rId6"/>
    <p:sldLayoutId id="2147483677" r:id="rId7"/>
    <p:sldLayoutId id="2147483678" r:id="rId8"/>
    <p:sldLayoutId id="2147483679" r:id="rId9"/>
    <p:sldLayoutId id="2147483681" r:id="rId10"/>
    <p:sldLayoutId id="2147483682" r:id="rId11"/>
    <p:sldLayoutId id="2147483686" r:id="rId12"/>
    <p:sldLayoutId id="2147483683" r:id="rId13"/>
    <p:sldLayoutId id="2147483685" r:id="rId14"/>
    <p:sldLayoutId id="2147483684" r:id="rId15"/>
    <p:sldLayoutId id="2147483680" r:id="rId16"/>
    <p:sldLayoutId id="2147483691" r:id="rId17"/>
    <p:sldLayoutId id="2147483692" r:id="rId18"/>
    <p:sldLayoutId id="2147483693" r:id="rId19"/>
    <p:sldLayoutId id="2147483694" r:id="rId20"/>
    <p:sldLayoutId id="2147483688" r:id="rId21"/>
    <p:sldLayoutId id="2147483687" r:id="rId22"/>
    <p:sldLayoutId id="2147483689" r:id="rId23"/>
    <p:sldLayoutId id="2147483690" r:id="rId24"/>
    <p:sldLayoutId id="2147483695" r:id="rId25"/>
    <p:sldLayoutId id="2147483696" r:id="rId26"/>
    <p:sldLayoutId id="2147483697" r:id="rId27"/>
    <p:sldLayoutId id="2147483698" r:id="rId28"/>
    <p:sldLayoutId id="2147483703" r:id="rId29"/>
    <p:sldLayoutId id="2147483704" r:id="rId30"/>
    <p:sldLayoutId id="2147483705" r:id="rId31"/>
    <p:sldLayoutId id="2147483706" r:id="rId32"/>
    <p:sldLayoutId id="2147483700" r:id="rId33"/>
    <p:sldLayoutId id="2147483699" r:id="rId34"/>
    <p:sldLayoutId id="2147483701" r:id="rId35"/>
    <p:sldLayoutId id="2147483702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21" descr="Woman on tablet ">
            <a:extLst>
              <a:ext uri="{FF2B5EF4-FFF2-40B4-BE49-F238E27FC236}">
                <a16:creationId xmlns:a16="http://schemas.microsoft.com/office/drawing/2014/main" id="{DB20DB88-CBCC-9A4A-BA0A-4807E1B8E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32" r="4632"/>
          <a:stretch/>
        </p:blipFill>
        <p:spPr>
          <a:xfrm>
            <a:off x="1134319" y="0"/>
            <a:ext cx="11057681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6"/>
            <a:ext cx="4179375" cy="356462"/>
          </a:xfrm>
        </p:spPr>
        <p:txBody>
          <a:bodyPr>
            <a:noAutofit/>
          </a:bodyPr>
          <a:lstStyle/>
          <a:p>
            <a:r>
              <a:rPr lang="en-US" sz="2500" dirty="0"/>
              <a:t>The Ultimate Keyboard-Only Challenge</a:t>
            </a:r>
            <a:endParaRPr lang="id-ID" sz="25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/>
          <a:lstStyle/>
          <a:p>
            <a:r>
              <a:rPr lang="en-US" dirty="0"/>
              <a:t>ACM MOUSELESS CHALLENGE</a:t>
            </a: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5" descr="People reviewing floor plans">
            <a:extLst>
              <a:ext uri="{FF2B5EF4-FFF2-40B4-BE49-F238E27FC236}">
                <a16:creationId xmlns:a16="http://schemas.microsoft.com/office/drawing/2014/main" id="{C4C2D77A-C801-9B4E-B6FB-9402525D5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5"/>
            <a:ext cx="4696918" cy="10096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Good luck navigating to the </a:t>
            </a:r>
            <a:r>
              <a:rPr lang="en-US" dirty="0" err="1">
                <a:solidFill>
                  <a:schemeClr val="bg1"/>
                </a:solidFill>
              </a:rPr>
              <a:t>rgb</a:t>
            </a:r>
            <a:r>
              <a:rPr lang="en-US" dirty="0">
                <a:solidFill>
                  <a:schemeClr val="bg1"/>
                </a:solidFill>
              </a:rPr>
              <a:t> sequence!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1355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YOUR SHAPE -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9C20600-8638-3F0F-50C4-9B60F419B246}"/>
              </a:ext>
            </a:extLst>
          </p:cNvPr>
          <p:cNvSpPr/>
          <p:nvPr/>
        </p:nvSpPr>
        <p:spPr>
          <a:xfrm>
            <a:off x="6620430" y="1549533"/>
            <a:ext cx="5146623" cy="4811842"/>
          </a:xfrm>
          <a:prstGeom prst="diamond">
            <a:avLst/>
          </a:prstGeom>
          <a:solidFill>
            <a:srgbClr val="7188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113D4-4ACF-82EE-A6A8-AD8497B78EF8}"/>
              </a:ext>
            </a:extLst>
          </p:cNvPr>
          <p:cNvSpPr txBox="1"/>
          <p:nvPr/>
        </p:nvSpPr>
        <p:spPr>
          <a:xfrm>
            <a:off x="7853995" y="3393323"/>
            <a:ext cx="26794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badi Extra Light" panose="020B0204020104020204" pitchFamily="34" charset="0"/>
              </a:rPr>
              <a:t>FIND MY RGB SEQUENCE TO EARN YOUR POINTS</a:t>
            </a:r>
          </a:p>
        </p:txBody>
      </p:sp>
    </p:spTree>
    <p:extLst>
      <p:ext uri="{BB962C8B-B14F-4D97-AF65-F5344CB8AC3E}">
        <p14:creationId xmlns:p14="http://schemas.microsoft.com/office/powerpoint/2010/main" val="406786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our Title goes Here" id="{216E2A47-1B33-481B-B469-F891BA0BB112}" vid="{A834A686-415F-444B-99EF-70560C1C6F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 clean sophisticated presentation</Template>
  <TotalTime>26</TotalTime>
  <Words>26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Abadi Extra Light</vt:lpstr>
      <vt:lpstr>Arial</vt:lpstr>
      <vt:lpstr>Calibri</vt:lpstr>
      <vt:lpstr>Calibri Light</vt:lpstr>
      <vt:lpstr>Sagona ExtraLight</vt:lpstr>
      <vt:lpstr>Speak Pro</vt:lpstr>
      <vt:lpstr>Office Theme</vt:lpstr>
      <vt:lpstr>ACM MOUSELESS CHALLENGE</vt:lpstr>
      <vt:lpstr>YOUR SHAPE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Shreyaa Murali</dc:creator>
  <cp:lastModifiedBy>Shreyaa Murali</cp:lastModifiedBy>
  <cp:revision>3</cp:revision>
  <dcterms:created xsi:type="dcterms:W3CDTF">2025-08-07T15:01:51Z</dcterms:created>
  <dcterms:modified xsi:type="dcterms:W3CDTF">2025-08-13T20:04:46Z</dcterms:modified>
</cp:coreProperties>
</file>